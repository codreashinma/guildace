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1bfc7725aa4d7c" /><Relationship Type="http://schemas.openxmlformats.org/officeDocument/2006/relationships/extended-properties" Target="/docProps/app.xml" Id="Rde4cc18e1e2f4594" /><Relationship Type="http://schemas.openxmlformats.org/officeDocument/2006/relationships/officeDocument" Target="/ppt/presentation.xml" Id="R09fb0eecdb934a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d5de2657684d9b"/>
  </p:sldMasterIdLst>
  <p:notesMasterIdLst>
    <p:notesMasterId xmlns:r="http://schemas.openxmlformats.org/officeDocument/2006/relationships" r:id="R3143023d17ea411e"/>
  </p:notesMasterIdLst>
  <p:sldIdLst>
    <p:sldId xmlns:r="http://schemas.openxmlformats.org/officeDocument/2006/relationships" id="256" r:id="R2fe9d5cb9899462d"/>
    <p:sldId xmlns:r="http://schemas.openxmlformats.org/officeDocument/2006/relationships" id="257" r:id="R4eb27b30340b48fd"/>
    <p:sldId xmlns:r="http://schemas.openxmlformats.org/officeDocument/2006/relationships" id="258" r:id="R30abe32d607f489f"/>
    <p:sldId xmlns:r="http://schemas.openxmlformats.org/officeDocument/2006/relationships" id="259" r:id="R33035e16df544ede"/>
    <p:sldId xmlns:r="http://schemas.openxmlformats.org/officeDocument/2006/relationships" id="260" r:id="R687a46ea66734cd6"/>
    <p:sldId xmlns:r="http://schemas.openxmlformats.org/officeDocument/2006/relationships" id="261" r:id="Rdb7ed19bed644713"/>
    <p:sldId xmlns:r="http://schemas.openxmlformats.org/officeDocument/2006/relationships" id="262" r:id="R2900353273734319"/>
    <p:sldId xmlns:r="http://schemas.openxmlformats.org/officeDocument/2006/relationships" id="263" r:id="R9ae99a6813b54dd4"/>
    <p:sldId xmlns:r="http://schemas.openxmlformats.org/officeDocument/2006/relationships" id="264" r:id="R6663fb66908b45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8095ad462b41de" /><Relationship Type="http://schemas.openxmlformats.org/officeDocument/2006/relationships/slideMaster" Target="/ppt/slideMasters/slideMaster1.xml" Id="R75d5de2657684d9b" /><Relationship Type="http://schemas.openxmlformats.org/officeDocument/2006/relationships/notesMaster" Target="/ppt/notesMasters/notesMaster1.xml" Id="R3143023d17ea411e" /><Relationship Type="http://schemas.openxmlformats.org/officeDocument/2006/relationships/presProps" Target="/ppt/presProps.xml" Id="Ree8a6a0b8b7f4f8f" /><Relationship Type="http://schemas.openxmlformats.org/officeDocument/2006/relationships/tableStyles" Target="/ppt/tableStyles.xml" Id="Rf21f16a784504366" /><Relationship Type="http://schemas.openxmlformats.org/officeDocument/2006/relationships/slide" Target="/ppt/slides/slide1.xml" Id="R2fe9d5cb9899462d" /><Relationship Type="http://schemas.openxmlformats.org/officeDocument/2006/relationships/slide" Target="/ppt/slides/slide2.xml" Id="R4eb27b30340b48fd" /><Relationship Type="http://schemas.openxmlformats.org/officeDocument/2006/relationships/slide" Target="/ppt/slides/slide3.xml" Id="R30abe32d607f489f" /><Relationship Type="http://schemas.openxmlformats.org/officeDocument/2006/relationships/slide" Target="/ppt/slides/slide4.xml" Id="R33035e16df544ede" /><Relationship Type="http://schemas.openxmlformats.org/officeDocument/2006/relationships/slide" Target="/ppt/slides/slide5.xml" Id="R687a46ea66734cd6" /><Relationship Type="http://schemas.openxmlformats.org/officeDocument/2006/relationships/slide" Target="/ppt/slides/slide6.xml" Id="Rdb7ed19bed644713" /><Relationship Type="http://schemas.openxmlformats.org/officeDocument/2006/relationships/slide" Target="/ppt/slides/slide7.xml" Id="R2900353273734319" /><Relationship Type="http://schemas.openxmlformats.org/officeDocument/2006/relationships/slide" Target="/ppt/slides/slide8.xml" Id="R9ae99a6813b54dd4" /><Relationship Type="http://schemas.openxmlformats.org/officeDocument/2006/relationships/slide" Target="/ppt/slides/slide9.xml" Id="R6663fb66908b45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4c18ca9b4c4b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05d22eb55c46d3" /><Relationship Type="http://schemas.openxmlformats.org/officeDocument/2006/relationships/notesMaster" Target="/ppt/notesMasters/notesMaster1.xml" Id="R773a548331e44c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53a7f858f14103" /><Relationship Type="http://schemas.openxmlformats.org/officeDocument/2006/relationships/notesMaster" Target="/ppt/notesMasters/notesMaster1.xml" Id="Rcb1d23497bb942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ede622b1924cde" /><Relationship Type="http://schemas.openxmlformats.org/officeDocument/2006/relationships/notesMaster" Target="/ppt/notesMasters/notesMaster1.xml" Id="Rb45b036acef243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c346b48c924c07" /><Relationship Type="http://schemas.openxmlformats.org/officeDocument/2006/relationships/notesMaster" Target="/ppt/notesMasters/notesMaster1.xml" Id="R14e8049ccd0d4a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178e4cf0a048b6" /><Relationship Type="http://schemas.openxmlformats.org/officeDocument/2006/relationships/notesMaster" Target="/ppt/notesMasters/notesMaster1.xml" Id="R5b4a794c79214a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242d81fdfc4e21" /><Relationship Type="http://schemas.openxmlformats.org/officeDocument/2006/relationships/notesMaster" Target="/ppt/notesMasters/notesMaster1.xml" Id="R11f474aea5794f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0fb560d94c4f8d" /><Relationship Type="http://schemas.openxmlformats.org/officeDocument/2006/relationships/notesMaster" Target="/ppt/notesMasters/notesMaster1.xml" Id="R2a13532b7f694c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2e56bebd4c4171" /><Relationship Type="http://schemas.openxmlformats.org/officeDocument/2006/relationships/notesMaster" Target="/ppt/notesMasters/notesMaster1.xml" Id="Rc48fea8000344c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cb277b86cf4efa" /><Relationship Type="http://schemas.openxmlformats.org/officeDocument/2006/relationships/notesMaster" Target="/ppt/notesMasters/notesMaster1.xml" Id="R6216af2a6dc544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15秒。「Choiceは、AIが案件を進め、人間が重要な判断を担うB2Bマーケットプレイスです」。チーム名と一文説明を確定する。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README.md、contracts/src/Escrow.sol（2026-09-26 読み取り）。テンプレート内の [ ] は差し替え項目。実機連携・成功実績は未検証。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20秒。課題仮説として説明。「AIに作業を任せられても、誰に依頼するか、成果物を誰が判断するか、いつ支払うかは残ります」。顧客調査や市場規模は未確認のため断定しない。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README.md、contracts/src/Escrow.sol（2026-09-26 読み取り）。テンプレート内の [ ] は差し替え項目。実機連携・成功実績は未検証。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20秒。「PM Agentが依頼を工程に分解し、AIと人間に振り分けます。人間が成果物を承認し、必要な署名がそろった工程からEscrowが支払います」。ENS名は権限を付与しない。World IDは専門能力を保証しない。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README.md、contracts/src/Escrow.sol（2026-09-26 読み取り）。テンプレート内の [ ] は差し替え項目。実機連携・成功実績は未検証。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75秒。例: 新店舗のWebページ用コンテンツを依頼し、AIが原稿を生成、人間が現地情報を確認する。実際の機能に合う1案件へ差し替える。Agent選択10秒、計画15秒、人間確認と成果物20秒、承認と支払い30秒。World確認など待ち時間の長い部分は事前準備し、省略を明示する。画面にmock表示があれば口頭で明示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README.md、contracts/src/Escrow.sol（2026-09-26 読み取り）。テンプレート内の [ ] は差し替え項目。実機連携・成功実績は未検証。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秒。Worldは重要操作に人間確認を使い、ENSはAgentの名前と公開プロフィールを共有する。Escrowは固定承認者の署名と承認数を検証する。運用ワーカーが送信する構成で、完全な分散型仲裁ではない。カスタムENS配下の評価更新には委任の制約が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README.md、contracts/src/Escrow.sol（2026-09-26 読み取り）。テンプレート内の [ ] は差し替え項目。実機連携・成功実績は未検証。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15秒。実際に確認した結果だけ記入する。未記入のまま本番で使用しない。数値は計測していなければ載せない。SepoliaとMock USDCを明示し、モックと実連携を区別する。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README.md、contracts/src/Escrow.sol（2026-09-26 読み取り）。テンプレート内の [ ] は差し替え項目。実機連携・成功実績は未検証。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10秒。「AIに仕事を任せ、人間の判断で完了させる。その一連の体験がChoiceです」。デモURL・リポジトリURLと次の開発目標を差し替える。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README.md、contracts/src/Escrow.sol（2026-09-26 読み取り）。テンプレート内の [ ] は差し替え項目。実機連携・成功実績は未検証。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質疑応答用。本編には含めない。Next.jsからFastAPIへ要求を送り、Geminiが計画・生成を担う。PostgreSQLに案件等を保存し、ワーカーがENSとEscrowを更新する。World検証はAPIで行う。署名承認者と必要数はopenCaseで固定。Jury結果の反映はonlyOpsのresolveで実行する。READMEと旧仕様書で資金フローが異なるため、READMEと現在のEscrow.solを優先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README.md、contracts/src/Escrow.sol（2026-09-26 読み取り）。テンプレート内の [ ] は差し替え項目。実機連携・成功実績は未検証。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線・ウォレット・外部APIの不調時は20秒以内に切り替える。「こちらは同じフローの事前録画です」と説明する。実画面を配置する。録画もモックか実連携かを明示する。保存先をオフラインで開けるように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出典: README.md、contracts/src/Escrow.sol（2026-09-26 読み取り）。テンプレート内の [ ] は差し替え項目。実機連携・成功実績は未検証。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72d6df10bc42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7e6c5d77b64f65" /><Relationship Type="http://schemas.openxmlformats.org/officeDocument/2006/relationships/slideLayout" Target="/ppt/slideLayouts/slideLayout1.xml" Id="R370dfda2d89748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0dfda2d89748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6f41aae964747" /><Relationship Type="http://schemas.openxmlformats.org/officeDocument/2006/relationships/notesSlide" Target="/ppt/notesSlides/notesSlide1.xml" Id="R2569ef3bb14d4d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5e9dfd95c4457" /><Relationship Type="http://schemas.openxmlformats.org/officeDocument/2006/relationships/notesSlide" Target="/ppt/notesSlides/notesSlide2.xml" Id="Refee2d45ff804d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45e010e244226" /><Relationship Type="http://schemas.openxmlformats.org/officeDocument/2006/relationships/notesSlide" Target="/ppt/notesSlides/notesSlide3.xml" Id="Rcf4d3716e84b4e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15675ff7a42a7" /><Relationship Type="http://schemas.openxmlformats.org/officeDocument/2006/relationships/notesSlide" Target="/ppt/notesSlides/notesSlide4.xml" Id="Rce6b06ce32cb43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cfc513fc44743" /><Relationship Type="http://schemas.openxmlformats.org/officeDocument/2006/relationships/notesSlide" Target="/ppt/notesSlides/notesSlide5.xml" Id="R84c9ddc6b60a4d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61a3fabb94fb8" /><Relationship Type="http://schemas.openxmlformats.org/officeDocument/2006/relationships/notesSlide" Target="/ppt/notesSlides/notesSlide6.xml" Id="R4ba01da646b44a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72e3660ea441e" /><Relationship Type="http://schemas.openxmlformats.org/officeDocument/2006/relationships/notesSlide" Target="/ppt/notesSlides/notesSlide7.xml" Id="R0b4ca7e5e67b43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684192fe24b47" /><Relationship Type="http://schemas.openxmlformats.org/officeDocument/2006/relationships/notesSlide" Target="/ppt/notesSlides/notesSlide8.xml" Id="R1c2d5dc40ea54d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7a12adac64bed" /><Relationship Type="http://schemas.openxmlformats.org/officeDocument/2006/relationships/notesSlide" Target="/ppt/notesSlides/notesSlide9.xml" Id="R593d0684c3a249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33322-76D5-4618-A779-B5A89529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2EA"/>
                </a:solidFill>
                <a:latin typeface="Arial"/>
                <a:ea typeface="Arial"/>
                <a:cs typeface="Arial"/>
              </a:rPr>
              <a:t>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CFC0A-334E-4D60-B6E3-72CD7F20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5BD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BDB9"/>
                </a:solidFill>
                <a:latin typeface="Arial"/>
                <a:ea typeface="Arial"/>
                <a:cs typeface="Arial"/>
              </a:rPr>
              <a:t>CHOICE / ETHGLOBAL TOKYO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20C6D-D8EF-4B24-A83F-E10256ED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CA740-D154-4B8C-AA2D-21BAD919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4F2EA"/>
                </a:solidFill>
                <a:latin typeface="Arial"/>
                <a:ea typeface="Arial"/>
                <a:cs typeface="Arial"/>
              </a:rPr>
              <a:t>AI agent marketplace</a:t>
            </a:r>
          </a:p>
          <a:p xmlns:a="http://schemas.openxmlformats.org/drawingml/2006/main">
            <a:pPr>
              <a:defRPr sz="4800" b="1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4F2EA"/>
                </a:solidFill>
                <a:latin typeface="Arial"/>
                <a:ea typeface="Arial"/>
                <a:cs typeface="Arial"/>
              </a:rPr>
              <a:t>with human approval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B214D-A04F-4AFC-86FE-70FB4C54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[Team name]   /   ETHGlobal Tokyo</a:t>
            </a:r>
          </a:p>
        </p:txBody>
      </p:sp>
    </p:spTree>
    <p:extLst>
      <p:ext uri="{BB962C8B-B14F-4D97-AF65-F5344CB8AC3E}">
        <p14:creationId xmlns:p14="http://schemas.microsoft.com/office/powerpoint/2010/main" val="9499321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32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97FDB-E70E-467D-8B40-C392EE82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2EA"/>
                </a:solidFill>
                <a:latin typeface="Arial"/>
                <a:ea typeface="Arial"/>
                <a:cs typeface="Arial"/>
              </a:rPr>
              <a:t>The trust gap in AI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AED1D-F098-4B2F-8E19-B09D76B5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5BD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BDB9"/>
                </a:solidFill>
                <a:latin typeface="Arial"/>
                <a:ea typeface="Arial"/>
                <a:cs typeface="Arial"/>
              </a:rPr>
              <a:t>CHOICE / ETHGLOBAL TOKYO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6D546-97A3-4173-AE5E-50D4EB40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BDB3E-519C-4BA1-879D-0F7A8A23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4F2EA"/>
                </a:solidFill>
                <a:latin typeface="Arial"/>
                <a:ea typeface="Arial"/>
                <a:cs typeface="Arial"/>
              </a:rPr>
              <a:t>Who is behind the agent?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8D9B8-0748-48A0-ABC2-C9B7D07C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4F2EA"/>
                </a:solidFill>
                <a:latin typeface="Arial"/>
                <a:ea typeface="Arial"/>
                <a:cs typeface="Arial"/>
              </a:rPr>
              <a:t>Who accepts the work?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5BA73-6877-4CB9-959B-C86797BE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4F2EA"/>
                </a:solidFill>
                <a:latin typeface="Arial"/>
                <a:ea typeface="Arial"/>
                <a:cs typeface="Arial"/>
              </a:rPr>
              <a:t>What authorizes payment?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DC4B5-88B2-4D8E-AD84-196EC10A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[Add one concrete customer situation]</a:t>
            </a:r>
          </a:p>
        </p:txBody>
      </p:sp>
    </p:spTree>
    <p:extLst>
      <p:ext uri="{BB962C8B-B14F-4D97-AF65-F5344CB8AC3E}">
        <p14:creationId xmlns:p14="http://schemas.microsoft.com/office/powerpoint/2010/main" val="18617705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2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5A6D8-7102-409B-B0D8-E5D85F04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2EA"/>
                </a:solidFill>
                <a:latin typeface="Arial"/>
                <a:ea typeface="Arial"/>
                <a:cs typeface="Arial"/>
              </a:rPr>
              <a:t>How Choice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4D649-E777-4128-B17B-1797B2CD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5BD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BDB9"/>
                </a:solidFill>
                <a:latin typeface="Arial"/>
                <a:ea typeface="Arial"/>
                <a:cs typeface="Arial"/>
              </a:rPr>
              <a:t>CHOICE / ETHGLOBAL TOKYO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2AC71-C041-4488-8676-F1DF83B2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8B93D-7D07-42E0-B10D-C0CAB9C0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4F2EA"/>
                </a:solidFill>
                <a:latin typeface="Arial"/>
                <a:ea typeface="Arial"/>
                <a:cs typeface="Arial"/>
              </a:rPr>
              <a:t>AI organizes and produces the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8512F-9171-40F5-BA21-93D738BE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4F2EA"/>
                </a:solidFill>
                <a:latin typeface="Arial"/>
                <a:ea typeface="Arial"/>
                <a:cs typeface="Arial"/>
              </a:rPr>
              <a:t>People approve deliverables and handle human tasks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32951-DCAD-4618-AF5A-5B0B9A62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Escrow pays when the approval threshold is met</a:t>
            </a:r>
          </a:p>
        </p:txBody>
      </p:sp>
    </p:spTree>
    <p:extLst>
      <p:ext uri="{BB962C8B-B14F-4D97-AF65-F5344CB8AC3E}">
        <p14:creationId xmlns:p14="http://schemas.microsoft.com/office/powerpoint/2010/main" val="13711298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2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17412-B331-471B-8FCF-ACC2B9B0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2EA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0DEFA-8C23-4B1D-B3C9-41A4215E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5BD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BDB9"/>
                </a:solidFill>
                <a:latin typeface="Arial"/>
                <a:ea typeface="Arial"/>
                <a:cs typeface="Arial"/>
              </a:rPr>
              <a:t>CHOICE / ETHGLOBAL TOKYO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7279C-F524-4861-B2AE-15404BDA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ED435-067C-4310-A2F1-71C2401C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[Customer request in one sentence]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0CE6D-394A-4403-9324-A32BE36F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382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5BDB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5BDB9"/>
                </a:solidFill>
                <a:latin typeface="Arial"/>
                <a:ea typeface="Arial"/>
                <a:cs typeface="Arial"/>
              </a:rPr>
              <a:t>[Replace this area with an actual screenshot]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B5BDB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5BDB9"/>
                </a:solidFill>
                <a:latin typeface="Arial"/>
                <a:ea typeface="Arial"/>
                <a:cs typeface="Arial"/>
              </a:rPr>
              <a:t>Agent profile / task plan / delivery / payment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5EB25-0272-4F86-A51F-2CD06CAD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2EA"/>
                </a:solidFill>
                <a:latin typeface="Arial"/>
                <a:ea typeface="Arial"/>
                <a:cs typeface="Arial"/>
              </a:rPr>
              <a:t>Choose an agent     Plan the work     Review     Approve</a:t>
            </a:r>
          </a:p>
        </p:txBody>
      </p:sp>
    </p:spTree>
    <p:extLst>
      <p:ext uri="{BB962C8B-B14F-4D97-AF65-F5344CB8AC3E}">
        <p14:creationId xmlns:p14="http://schemas.microsoft.com/office/powerpoint/2010/main" val="7303470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2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120BE-87BE-4408-AAD0-E07B6205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2EA"/>
                </a:solidFill>
                <a:latin typeface="Arial"/>
                <a:ea typeface="Arial"/>
                <a:cs typeface="Arial"/>
              </a:rPr>
              <a:t>Why World, ENS and escrow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7018D-6313-434F-A5AD-C9812220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5BD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BDB9"/>
                </a:solidFill>
                <a:latin typeface="Arial"/>
                <a:ea typeface="Arial"/>
                <a:cs typeface="Arial"/>
              </a:rPr>
              <a:t>CHOICE / ETHGLOBAL TOKYO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649DA-1F5D-42AE-901F-C1DC82E1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95F15-AF04-4D80-B60C-19E6A468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C4F277"/>
                </a:solidFill>
                <a:latin typeface="Arial"/>
                <a:ea typeface="Arial"/>
                <a:cs typeface="Arial"/>
              </a:rPr>
              <a:t>World 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EA55C-2453-4E77-BAA6-0938B171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71700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2EA"/>
                </a:solidFill>
                <a:latin typeface="Arial"/>
                <a:ea typeface="Arial"/>
                <a:cs typeface="Arial"/>
              </a:rPr>
              <a:t>Human verification for key 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08EDF-53BD-4F2B-806F-B4EA4CCF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C4F277"/>
                </a:solidFill>
                <a:latin typeface="Arial"/>
                <a:ea typeface="Arial"/>
                <a:cs typeface="Arial"/>
              </a:rPr>
              <a:t>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AA1B2-0CEB-46B7-9966-6EA0F565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2EA"/>
                </a:solidFill>
                <a:latin typeface="Arial"/>
                <a:ea typeface="Arial"/>
                <a:cs typeface="Arial"/>
              </a:rPr>
              <a:t>Agent names and public profiles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08C72-33B4-497C-B49E-E1FD49EE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C4F277"/>
                </a:solidFill>
                <a:latin typeface="Arial"/>
                <a:ea typeface="Arial"/>
                <a:cs typeface="Arial"/>
              </a:rPr>
              <a:t>Escrow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D41A5-3405-4334-8894-44CD754C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05300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2EA"/>
                </a:solidFill>
                <a:latin typeface="Arial"/>
                <a:ea typeface="Arial"/>
                <a:cs typeface="Arial"/>
              </a:rPr>
              <a:t>Task payment after signed approval</a:t>
            </a:r>
          </a:p>
        </p:txBody>
      </p:sp>
    </p:spTree>
    <p:extLst>
      <p:ext uri="{BB962C8B-B14F-4D97-AF65-F5344CB8AC3E}">
        <p14:creationId xmlns:p14="http://schemas.microsoft.com/office/powerpoint/2010/main" val="20214481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32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B5C58-35CF-4742-9F7F-9984D04C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2EA"/>
                </a:solidFill>
                <a:latin typeface="Arial"/>
                <a:ea typeface="Arial"/>
                <a:cs typeface="Arial"/>
              </a:rPr>
              <a:t>What the demo proves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1A499-CB6B-4B4A-83D1-18CDF77C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5BD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BDB9"/>
                </a:solidFill>
                <a:latin typeface="Arial"/>
                <a:ea typeface="Arial"/>
                <a:cs typeface="Arial"/>
              </a:rPr>
              <a:t>CHOICE / ETHGLOBAL TOKYO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EFCD3-50BC-406C-8733-9D345111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D626E-C3CA-4D74-B7BA-4EE757E0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4F277"/>
                </a:solidFill>
                <a:latin typeface="Arial"/>
                <a:ea typeface="Arial"/>
                <a:cs typeface="Arial"/>
              </a:rPr>
              <a:t>Completed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45966-7207-4E66-B349-565ED350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43125"/>
            <a:ext cx="7667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4F2EA"/>
                </a:solidFill>
                <a:latin typeface="Arial"/>
                <a:ea typeface="Arial"/>
                <a:cs typeface="Arial"/>
              </a:rPr>
              <a:t>[Verified start and end state]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0805B-D834-4FFE-BA45-5505F709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4F27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05AB1-CFFE-4AE5-BF70-3A5CD109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90875"/>
            <a:ext cx="7667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2EA"/>
                </a:solidFill>
                <a:latin typeface="Arial"/>
                <a:ea typeface="Arial"/>
                <a:cs typeface="Arial"/>
              </a:rPr>
              <a:t>[Transaction link / ENS record / screenshot]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2FC8B-D8B8-4DDB-A537-631C3739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4F277"/>
                </a:solidFill>
                <a:latin typeface="Arial"/>
                <a:ea typeface="Arial"/>
                <a:cs typeface="Arial"/>
              </a:rPr>
              <a:t>Demo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4CD92-508B-4D0F-AE73-1F013E32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29125"/>
            <a:ext cx="7667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2EA"/>
                </a:solidFill>
                <a:latin typeface="Arial"/>
                <a:ea typeface="Arial"/>
                <a:cs typeface="Arial"/>
              </a:rPr>
              <a:t>[Live integrations]   [Mock integrations]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C82A6-E05B-451A-9EE9-DC478640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5BDB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5BDB9"/>
                </a:solidFill>
                <a:latin typeface="Arial"/>
                <a:ea typeface="Arial"/>
                <a:cs typeface="Arial"/>
              </a:rPr>
              <a:t>Prototype environment: Sepolia / Mock USDC</a:t>
            </a:r>
          </a:p>
        </p:txBody>
      </p:sp>
    </p:spTree>
    <p:extLst>
      <p:ext uri="{BB962C8B-B14F-4D97-AF65-F5344CB8AC3E}">
        <p14:creationId xmlns:p14="http://schemas.microsoft.com/office/powerpoint/2010/main" val="20374183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2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79D99-E7F3-4657-82E9-FD4218EB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2EA"/>
                </a:solidFill>
                <a:latin typeface="Arial"/>
                <a:ea typeface="Arial"/>
                <a:cs typeface="Arial"/>
              </a:rPr>
              <a:t>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27EA9-FB19-44CC-8F49-7F009BBC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5BD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BDB9"/>
                </a:solidFill>
                <a:latin typeface="Arial"/>
                <a:ea typeface="Arial"/>
                <a:cs typeface="Arial"/>
              </a:rPr>
              <a:t>CHOICE / ETHGLOBAL TOKYO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DC709-896A-4037-B471-A75BFDE7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54512-9932-4F85-9230-DD35C949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4F2EA"/>
                </a:solidFill>
                <a:latin typeface="Arial"/>
                <a:ea typeface="Arial"/>
                <a:cs typeface="Arial"/>
              </a:rPr>
              <a:t>AI work. Human approval.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DF3A2-3F1D-4ED0-9D02-2761D2C6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[Demo URL]</a:t>
            </a:r>
          </a:p>
          <a:p xmlns:a="http://schemas.openxmlformats.org/drawingml/2006/main">
            <a:pPr>
              <a:defRPr sz="2100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[Repository URL]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D4EFA-F86C-4356-8783-FEE72D3B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2EA"/>
                </a:solidFill>
                <a:latin typeface="Arial"/>
                <a:ea typeface="Arial"/>
                <a:cs typeface="Arial"/>
              </a:rPr>
              <a:t>Next: [One concrete milestone]</a:t>
            </a:r>
          </a:p>
        </p:txBody>
      </p:sp>
    </p:spTree>
    <p:extLst>
      <p:ext uri="{BB962C8B-B14F-4D97-AF65-F5344CB8AC3E}">
        <p14:creationId xmlns:p14="http://schemas.microsoft.com/office/powerpoint/2010/main" val="4387484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32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595FB-B938-4C59-8D4F-A3A5D0B3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2EA"/>
                </a:solidFill>
                <a:latin typeface="Arial"/>
                <a:ea typeface="Arial"/>
                <a:cs typeface="Arial"/>
              </a:rPr>
              <a:t>Appendix /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BFC75-6E4D-49A3-B85F-F931C6C3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5BD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BDB9"/>
                </a:solidFill>
                <a:latin typeface="Arial"/>
                <a:ea typeface="Arial"/>
                <a:cs typeface="Arial"/>
              </a:rPr>
              <a:t>CHOICE / ETHGLOBAL TOKYO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7ADC4-AE11-4B8B-9081-BFF77F39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6DF27-A4F5-45EB-8A4C-CC2DF00A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4F277"/>
                </a:solidFill>
                <a:latin typeface="Arial"/>
                <a:ea typeface="Arial"/>
                <a:cs typeface="Arial"/>
              </a:rPr>
              <a:t>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66EC6-BE1B-451B-BF3D-48BC27CE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2EA"/>
                </a:solidFill>
                <a:latin typeface="Arial"/>
                <a:ea typeface="Arial"/>
                <a:cs typeface="Arial"/>
              </a:rPr>
              <a:t>Next.js / FastAPI / PostgreSQL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4DF35-0335-474A-A405-0A14FB67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4F277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AF759-EC31-4F23-BA5F-478A4515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48000"/>
            <a:ext cx="809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2EA"/>
                </a:solidFill>
                <a:latin typeface="Arial"/>
                <a:ea typeface="Arial"/>
                <a:cs typeface="Arial"/>
              </a:rPr>
              <a:t>Gemini plans tasks and generates deliverables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CE6E3-D69D-4292-9670-9A500733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4F277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DA30B-DE06-408C-80F3-7BAA0BC4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2EA"/>
                </a:solidFill>
                <a:latin typeface="Arial"/>
                <a:ea typeface="Arial"/>
                <a:cs typeface="Arial"/>
              </a:rPr>
              <a:t>World verification / ENS profiles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FD31E-BDA9-404C-BCFD-856B5F69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4F277"/>
                </a:solidFill>
                <a:latin typeface="Arial"/>
                <a:ea typeface="Arial"/>
                <a:cs typeface="Arial"/>
              </a:rPr>
              <a:t>Settlement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B8BD9D-FFAA-49C1-83AF-EDBBD6DD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0062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2EA"/>
                </a:solidFill>
                <a:latin typeface="Arial"/>
                <a:ea typeface="Arial"/>
                <a:cs typeface="Arial"/>
              </a:rPr>
              <a:t>Operations worker / EIP-712 / task escrow</a:t>
            </a:r>
          </a:p>
        </p:txBody>
      </p:sp>
    </p:spTree>
    <p:extLst>
      <p:ext uri="{BB962C8B-B14F-4D97-AF65-F5344CB8AC3E}">
        <p14:creationId xmlns:p14="http://schemas.microsoft.com/office/powerpoint/2010/main" val="10064477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32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374D6-7201-47D4-AEE3-97A80AAF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2EA"/>
                </a:solidFill>
                <a:latin typeface="Arial"/>
                <a:ea typeface="Arial"/>
                <a:cs typeface="Arial"/>
              </a:rPr>
              <a:t>Appendix / recorded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21E69-5147-4A42-8F39-4D39B4C6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5BDB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5BDB9"/>
                </a:solidFill>
                <a:latin typeface="Arial"/>
                <a:ea typeface="Arial"/>
                <a:cs typeface="Arial"/>
              </a:rPr>
              <a:t>CHOICE / ETHGLOBAL TOKYO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63A1C-28B7-4D08-8CEE-AAA777CE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4DD04-FA82-49F7-B241-C5C96942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4F2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4F277"/>
                </a:solidFill>
                <a:latin typeface="Arial"/>
                <a:ea typeface="Arial"/>
                <a:cs typeface="Arial"/>
              </a:rPr>
              <a:t>[Recorded demo file or URL]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45650-B649-45EE-8E8D-F821C284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B5BDB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B5BDB9"/>
                </a:solidFill>
                <a:latin typeface="Arial"/>
                <a:ea typeface="Arial"/>
                <a:cs typeface="Arial"/>
              </a:rPr>
              <a:t>[Replace with a screenshot of the final state]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455C8-2140-43D5-8783-B571E620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F2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F2EA"/>
                </a:solidFill>
                <a:latin typeface="Arial"/>
                <a:ea typeface="Arial"/>
                <a:cs typeface="Arial"/>
              </a:rPr>
              <a:t>[Verified result]   /   [Live or mock mode]</a:t>
            </a:r>
          </a:p>
        </p:txBody>
      </p:sp>
    </p:spTree>
    <p:extLst>
      <p:ext uri="{BB962C8B-B14F-4D97-AF65-F5344CB8AC3E}">
        <p14:creationId xmlns:p14="http://schemas.microsoft.com/office/powerpoint/2010/main" val="4157200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2026-09-25T16:30:10.6660000Z</dcterms:created>
  <dcterms:modified xsi:type="dcterms:W3CDTF">2026-09-25T16:30:10.6660000Z</dcterms:modified>
</coreProperties>
</file>