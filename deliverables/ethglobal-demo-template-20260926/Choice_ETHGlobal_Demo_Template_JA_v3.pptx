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2503c75efa4888" /><Relationship Type="http://schemas.openxmlformats.org/officeDocument/2006/relationships/extended-properties" Target="/docProps/app.xml" Id="R2da338bf8750446c" /><Relationship Type="http://schemas.openxmlformats.org/officeDocument/2006/relationships/officeDocument" Target="/ppt/presentation.xml" Id="Rde75665221304a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10aa2307aa4c94"/>
  </p:sldMasterIdLst>
  <p:notesMasterIdLst>
    <p:notesMasterId xmlns:r="http://schemas.openxmlformats.org/officeDocument/2006/relationships" r:id="R26c0c3066b714ea0"/>
  </p:notesMasterIdLst>
  <p:sldIdLst>
    <p:sldId xmlns:r="http://schemas.openxmlformats.org/officeDocument/2006/relationships" id="256" r:id="Rbcd97d140197451c"/>
    <p:sldId xmlns:r="http://schemas.openxmlformats.org/officeDocument/2006/relationships" id="257" r:id="R70cea79dc6bf4ee0"/>
    <p:sldId xmlns:r="http://schemas.openxmlformats.org/officeDocument/2006/relationships" id="258" r:id="R7ac9b64e75884f5c"/>
    <p:sldId xmlns:r="http://schemas.openxmlformats.org/officeDocument/2006/relationships" id="259" r:id="Ra3ed728ff3a94e59"/>
    <p:sldId xmlns:r="http://schemas.openxmlformats.org/officeDocument/2006/relationships" id="260" r:id="R5c8b063b88424b92"/>
    <p:sldId xmlns:r="http://schemas.openxmlformats.org/officeDocument/2006/relationships" id="261" r:id="Rab9052a3940a4c18"/>
    <p:sldId xmlns:r="http://schemas.openxmlformats.org/officeDocument/2006/relationships" id="262" r:id="Ra95f4fe520634a04"/>
    <p:sldId xmlns:r="http://schemas.openxmlformats.org/officeDocument/2006/relationships" id="263" r:id="Rd37d510281d744f4"/>
    <p:sldId xmlns:r="http://schemas.openxmlformats.org/officeDocument/2006/relationships" id="264" r:id="R84c69ca344c64d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c5ef116a124112" /><Relationship Type="http://schemas.openxmlformats.org/officeDocument/2006/relationships/slideMaster" Target="/ppt/slideMasters/slideMaster1.xml" Id="R9910aa2307aa4c94" /><Relationship Type="http://schemas.openxmlformats.org/officeDocument/2006/relationships/notesMaster" Target="/ppt/notesMasters/notesMaster1.xml" Id="R26c0c3066b714ea0" /><Relationship Type="http://schemas.openxmlformats.org/officeDocument/2006/relationships/presProps" Target="/ppt/presProps.xml" Id="R71de6cf9f7ea4a38" /><Relationship Type="http://schemas.openxmlformats.org/officeDocument/2006/relationships/tableStyles" Target="/ppt/tableStyles.xml" Id="Rbe8bfcae859746d2" /><Relationship Type="http://schemas.openxmlformats.org/officeDocument/2006/relationships/slide" Target="/ppt/slides/slide1.xml" Id="Rbcd97d140197451c" /><Relationship Type="http://schemas.openxmlformats.org/officeDocument/2006/relationships/slide" Target="/ppt/slides/slide2.xml" Id="R70cea79dc6bf4ee0" /><Relationship Type="http://schemas.openxmlformats.org/officeDocument/2006/relationships/slide" Target="/ppt/slides/slide3.xml" Id="R7ac9b64e75884f5c" /><Relationship Type="http://schemas.openxmlformats.org/officeDocument/2006/relationships/slide" Target="/ppt/slides/slide4.xml" Id="Ra3ed728ff3a94e59" /><Relationship Type="http://schemas.openxmlformats.org/officeDocument/2006/relationships/slide" Target="/ppt/slides/slide5.xml" Id="R5c8b063b88424b92" /><Relationship Type="http://schemas.openxmlformats.org/officeDocument/2006/relationships/slide" Target="/ppt/slides/slide6.xml" Id="Rab9052a3940a4c18" /><Relationship Type="http://schemas.openxmlformats.org/officeDocument/2006/relationships/slide" Target="/ppt/slides/slide7.xml" Id="Ra95f4fe520634a04" /><Relationship Type="http://schemas.openxmlformats.org/officeDocument/2006/relationships/slide" Target="/ppt/slides/slide8.xml" Id="Rd37d510281d744f4" /><Relationship Type="http://schemas.openxmlformats.org/officeDocument/2006/relationships/slide" Target="/ppt/slides/slide9.xml" Id="R84c69ca344c64d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774bb95e34c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6216c57c941bc" /><Relationship Type="http://schemas.openxmlformats.org/officeDocument/2006/relationships/notesMaster" Target="/ppt/notesMasters/notesMaster1.xml" Id="R6855555441c64d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5e46b9eecb4b17" /><Relationship Type="http://schemas.openxmlformats.org/officeDocument/2006/relationships/notesMaster" Target="/ppt/notesMasters/notesMaster1.xml" Id="Rbcb7c715214c46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43997a3e2a4749" /><Relationship Type="http://schemas.openxmlformats.org/officeDocument/2006/relationships/notesMaster" Target="/ppt/notesMasters/notesMaster1.xml" Id="Ra85358ca34df4c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a0bec0972646ac" /><Relationship Type="http://schemas.openxmlformats.org/officeDocument/2006/relationships/notesMaster" Target="/ppt/notesMasters/notesMaster1.xml" Id="Read518dbac94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ae49d55b234f8c" /><Relationship Type="http://schemas.openxmlformats.org/officeDocument/2006/relationships/notesMaster" Target="/ppt/notesMasters/notesMaster1.xml" Id="Rf606d6075e30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1893f16e784921" /><Relationship Type="http://schemas.openxmlformats.org/officeDocument/2006/relationships/notesMaster" Target="/ppt/notesMasters/notesMaster1.xml" Id="R2dbe4e8b405641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23fb237b944f33" /><Relationship Type="http://schemas.openxmlformats.org/officeDocument/2006/relationships/notesMaster" Target="/ppt/notesMasters/notesMaster1.xml" Id="R1f2115898e2947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d994d5b3214d15" /><Relationship Type="http://schemas.openxmlformats.org/officeDocument/2006/relationships/notesMaster" Target="/ppt/notesMasters/notesMaster1.xml" Id="Ra97d7203908e49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b3cf9ce4254e41" /><Relationship Type="http://schemas.openxmlformats.org/officeDocument/2006/relationships/notesMaster" Target="/ppt/notesMasters/notesMaster1.xml" Id="R0a23b6a8ed154a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15秒。「Choiceは、AIが案件を進め、人間が重要な判断を担うB2Bマーケットプレイスです」。チーム名と一文説明を確定する。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20秒。課題仮説として説明。「AIに作業を任せられても、誰に依頼するか、成果物を誰が判断するか、いつ支払うかは残ります」。顧客調査や市場規模は未確認のため断定しない。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20秒。「PM Agentが依頼を工程に分解し、AIと人間に振り分けます。人間が成果物を承認し、必要な署名がそろった工程からEscrowが支払います」。ENS名は権限を付与しない。World IDは専門能力を保証しない。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75秒。例: 新店舗のWebページ用コンテンツを依頼し、AIが原稿を生成、人間が現地情報を確認する。実際の機能に合う1案件へ差し替える。Agent選択10秒、計画15秒、人間確認と成果物20秒、承認と支払い30秒。World確認など待ち時間の長い部分は事前準備し、省略を明示する。画面にmock表示があれば口頭で明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秒。Worldは重要操作に人間確認を使い、ENSはAgentの名前と公開プロフィールを共有する。Escrowは固定承認者の署名と承認数を検証する。運用ワーカーが送信する構成で、完全な分散型仲裁ではない。カスタムENS配下の評価更新には委任の制約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15秒。実際に確認した結果だけ記入する。未記入のまま本番で使用しない。数値は計測していなければ載せない。SepoliaとMock USDCを明示し、モックと実連携を区別する。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10秒。「AIに仕事を任せ、人間の判断で完了させる。その一連の体験がChoiceです」。デモURL・リポジトリURLと次の開発目標を差し替える。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質疑応答用。本編には含めない。Next.jsからFastAPIへ要求を送り、Geminiが計画・生成を担う。PostgreSQLに案件等を保存し、ワーカーがENSとEscrowを更新する。World検証はAPIで行う。署名承認者と必要数はopenCaseで固定。Jury結果の反映はonlyOpsのresolveで実行する。READMEと旧仕様書で資金フローが異なるため、READMEと現在のEscrow.solを優先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線・ウォレット・外部APIの不調時は20秒以内に切り替える。「こちらは同じフローの事前録画です」と説明する。実画面を配置する。録画もモックか実連携かを明示する。保存先をオフラインで開けるよう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7520f4b244d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3587396b2b4c08" /><Relationship Type="http://schemas.openxmlformats.org/officeDocument/2006/relationships/slideLayout" Target="/ppt/slideLayouts/slideLayout1.xml" Id="R78231f34bc2045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231f34bc2045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3ec2036224a13" /><Relationship Type="http://schemas.openxmlformats.org/officeDocument/2006/relationships/notesSlide" Target="/ppt/notesSlides/notesSlide1.xml" Id="R171bc0813962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7285e59f74c06" /><Relationship Type="http://schemas.openxmlformats.org/officeDocument/2006/relationships/notesSlide" Target="/ppt/notesSlides/notesSlide2.xml" Id="R24964c193928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504790767437a" /><Relationship Type="http://schemas.openxmlformats.org/officeDocument/2006/relationships/notesSlide" Target="/ppt/notesSlides/notesSlide3.xml" Id="R92f9fc34059e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8ac84c67c4fc3" /><Relationship Type="http://schemas.openxmlformats.org/officeDocument/2006/relationships/notesSlide" Target="/ppt/notesSlides/notesSlide4.xml" Id="Rd33e7e6e684d41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07236fa954dd4" /><Relationship Type="http://schemas.openxmlformats.org/officeDocument/2006/relationships/notesSlide" Target="/ppt/notesSlides/notesSlide5.xml" Id="R87b4027af4f34a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9832e643342d3" /><Relationship Type="http://schemas.openxmlformats.org/officeDocument/2006/relationships/notesSlide" Target="/ppt/notesSlides/notesSlide6.xml" Id="Rdad1ebd3195545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c560df1b94eca" /><Relationship Type="http://schemas.openxmlformats.org/officeDocument/2006/relationships/notesSlide" Target="/ppt/notesSlides/notesSlide7.xml" Id="Rb88f75707b7f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1070063274d3d" /><Relationship Type="http://schemas.openxmlformats.org/officeDocument/2006/relationships/notesSlide" Target="/ppt/notesSlides/notesSlide8.xml" Id="R3e43fa87e47344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b84e685104b8e" /><Relationship Type="http://schemas.openxmlformats.org/officeDocument/2006/relationships/notesSlide" Target="/ppt/notesSlides/notesSlide9.xml" Id="R5f3eab1df35c45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33322-76D5-4618-A779-B5A8952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FC0A-334E-4D60-B6E3-72CD7F20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20C6D-D8EF-4B24-A83F-E10256E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CA740-D154-4B8C-AA2D-21BAD919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人間の承認で仕事を進める</a:t>
            </a:r>
          </a:p>
          <a:p xmlns:a="http://schemas.openxmlformats.org/drawingml/2006/main">
            <a:pPr>
              <a:buNone/>
              <a:defRPr sz="45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5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AIエージェント市場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B214D-A04F-4AFC-86FE-70FB4C54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[チーム名]   /   ETHGlobal Tokyo</a:t>
            </a:r>
          </a:p>
        </p:txBody>
      </p:sp>
    </p:spTree>
    <p:extLst>
      <p:ext uri="{BB962C8B-B14F-4D97-AF65-F5344CB8AC3E}">
        <p14:creationId xmlns:p14="http://schemas.microsoft.com/office/powerpoint/2010/main" val="949932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7FDB-E70E-467D-8B40-C392EE82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AIに仕事を任せるときの課題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ED1D-F098-4B2F-8E19-B09D76B5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6D546-97A3-4173-AE5E-50D4EB40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BDB3E-519C-4BA1-879D-0F7A8A23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誰が提供するエージェントなのか？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8D9B8-0748-48A0-ABC2-C9B7D07C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誰が成果物を確認・承認するのか？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5BA73-6877-4CB9-959B-C86797BE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何を条件に支払うのか？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DC4B5-88B2-4D8E-AD84-196EC10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[顧客が困っている具体的な場面]</a:t>
            </a:r>
          </a:p>
        </p:txBody>
      </p:sp>
    </p:spTree>
    <p:extLst>
      <p:ext uri="{BB962C8B-B14F-4D97-AF65-F5344CB8AC3E}">
        <p14:creationId xmlns:p14="http://schemas.microsoft.com/office/powerpoint/2010/main" val="1861770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5A6D8-7102-409B-B0D8-E5D85F04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Choiceの仕組み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4D649-E777-4128-B17B-1797B2C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2AC71-C041-4488-8676-F1DF83B2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8B93D-7D07-42E0-B10D-C0CAB9C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AIが工程を組み立て、成果物を作る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8512F-9171-40F5-BA21-93D738BE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人間が成果物を承認し、人にしかできない作業を担う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32951-DCAD-4618-AF5A-5B0B9A6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必要な承認がそろうと、Escrowが工程ごとに支払う</a:t>
            </a:r>
          </a:p>
        </p:txBody>
      </p:sp>
    </p:spTree>
    <p:extLst>
      <p:ext uri="{BB962C8B-B14F-4D97-AF65-F5344CB8AC3E}">
        <p14:creationId xmlns:p14="http://schemas.microsoft.com/office/powerpoint/2010/main" val="1371129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17412-B331-471B-8FCF-ACC2B9B0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ライブデモ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0DEFA-8C23-4B1D-B3C9-41A4215E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7279C-F524-4861-B2AE-15404BDA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ED435-067C-4310-A2F1-71C2401C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[顧客の依頼を一文で記入]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0CE6D-394A-4403-9324-A32BE36F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38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rPr>
              <a:t>[この領域を実際の画面に差し替え]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rPr>
              <a:t>エージェント情報 / 工程計画 / 成果物 / 支払い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5EB25-0272-4F86-A51F-2CD06CA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エージェント選択     計画確認     成果物確認     承認</a:t>
            </a:r>
          </a:p>
        </p:txBody>
      </p:sp>
    </p:spTree>
    <p:extLst>
      <p:ext uri="{BB962C8B-B14F-4D97-AF65-F5344CB8AC3E}">
        <p14:creationId xmlns:p14="http://schemas.microsoft.com/office/powerpoint/2010/main" val="730347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120BE-87BE-4408-AAD0-E07B620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World・ENS・Escrowの役割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7018D-6313-434F-A5AD-C981222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649DA-1F5D-42AE-901F-C1DC82E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95F15-AF04-4D80-B60C-19E6A468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World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EA55C-2453-4E77-BAA6-0938B171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重要な操作で人間であることを確認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08EDF-53BD-4F2B-806F-B4EA4CCF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AA1B2-0CEB-46B7-9966-6EA0F565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エージェントの名前と公開プロフィール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08C72-33B4-497C-B49E-E1FD49EE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D41A5-3405-4334-8894-44CD754C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署名による承認後、工程ごとに支払い</a:t>
            </a:r>
          </a:p>
        </p:txBody>
      </p:sp>
    </p:spTree>
    <p:extLst>
      <p:ext uri="{BB962C8B-B14F-4D97-AF65-F5344CB8AC3E}">
        <p14:creationId xmlns:p14="http://schemas.microsoft.com/office/powerpoint/2010/main" val="2021448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B5C58-35CF-4742-9F7F-9984D04C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デモで確認できたこと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1A499-CB6B-4B4A-83D1-18CDF77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EFCD3-50BC-406C-8733-9D345111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D626E-C3CA-4D74-B7BA-4EE757E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完了したフロー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45966-7207-4E66-B349-565ED35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43125"/>
            <a:ext cx="7667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[確認できた開始状態と完了状態]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0805B-D834-4FFE-BA45-5505F709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確認の証拠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05AB1-CFFE-4AE5-BF70-3A5CD109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90875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[取引リンク / ENSレコード / 実画面]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2FC8B-D8B8-4DDB-A537-631C3739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動作モード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4CD92-508B-4D0F-AE73-1F013E3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29125"/>
            <a:ext cx="7667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[実際に連携した機能]   [モックの機能]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C82A6-E05B-451A-9EE9-DC478640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rPr>
              <a:t>試作環境：Sepolia / Mock USDC</a:t>
            </a:r>
          </a:p>
        </p:txBody>
      </p:sp>
    </p:spTree>
    <p:extLst>
      <p:ext uri="{BB962C8B-B14F-4D97-AF65-F5344CB8AC3E}">
        <p14:creationId xmlns:p14="http://schemas.microsoft.com/office/powerpoint/2010/main" val="2037418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79D99-E7F3-4657-82E9-FD4218E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27EA9-FB19-44CC-8F49-7F009BBC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DC709-896A-4037-B471-A75BFDE7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54512-9932-4F85-9230-DD35C949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65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AIが働き、人間が承認する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DF3A2-3F1D-4ED0-9D02-2761D2C6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[デモURL]</a:t>
            </a:r>
          </a:p>
          <a:p xmlns:a="http://schemas.openxmlformats.org/drawingml/2006/main">
            <a:pPr>
              <a:buNone/>
              <a:defRPr sz="21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[リポジトリURL]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D4EFA-F86C-4356-8783-FEE72D3B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次の開発目標：[具体的な目標を1つ]</a:t>
            </a:r>
          </a:p>
        </p:txBody>
      </p:sp>
    </p:spTree>
    <p:extLst>
      <p:ext uri="{BB962C8B-B14F-4D97-AF65-F5344CB8AC3E}">
        <p14:creationId xmlns:p14="http://schemas.microsoft.com/office/powerpoint/2010/main" val="4387484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595FB-B938-4C59-8D4F-A3A5D0B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補足 / 実装構成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BFC75-6E4D-49A3-B85F-F931C6C3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7ADC4-AE11-4B8B-9081-BFF77F39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6DF27-A4F5-45EB-8A4C-CC2DF00A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アプリ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66EC6-BE1B-451B-BF3D-48BC27C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Next.js / FastAPI /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4DF35-0335-474A-A405-0A14FB6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エージェント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AF759-EC31-4F23-BA5F-478A4515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Geminiが工程を計画し、成果物を生成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CE6E3-D69D-4292-9670-9A50073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人間確認・名前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DA30B-DE06-408C-80F3-7BAA0BC4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Worldで人間確認 / ENSでプロフィール公開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FD31E-BDA9-404C-BCFD-856B5F6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支払い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8BD9D-FFAA-49C1-83AF-EDBBD6DD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運用ワーカー / EIP-712 / 工程ごとのEscrow</a:t>
            </a:r>
          </a:p>
        </p:txBody>
      </p:sp>
    </p:spTree>
    <p:extLst>
      <p:ext uri="{BB962C8B-B14F-4D97-AF65-F5344CB8AC3E}">
        <p14:creationId xmlns:p14="http://schemas.microsoft.com/office/powerpoint/2010/main" val="1006447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374D6-7201-47D4-AEE3-97A80AAF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補足 / 録画デモ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21E69-5147-4A42-8F39-4D39B4C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63A1C-28B7-4D08-8CEE-AAA777CE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4DD04-FA82-49F7-B241-C5C96942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C4F277"/>
                </a:solidFill>
                <a:latin typeface="Noto Sans CJK JP"/>
                <a:ea typeface="Noto Sans CJK JP"/>
                <a:cs typeface="Noto Sans CJK JP"/>
              </a:rPr>
              <a:t>[録画デモのファイル名またはURL]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45650-B649-45EE-8E8D-F821C28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B5BDB9"/>
                </a:solidFill>
                <a:latin typeface="Noto Sans CJK JP"/>
                <a:ea typeface="Noto Sans CJK JP"/>
                <a:cs typeface="Noto Sans CJK JP"/>
              </a:rPr>
              <a:t>[完了状態の実画面に差し替え]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455C8-2140-43D5-8783-B571E62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F4F2EA"/>
                </a:solidFill>
                <a:latin typeface="Noto Sans CJK JP"/>
                <a:ea typeface="Noto Sans CJK JP"/>
                <a:cs typeface="Noto Sans CJK JP"/>
              </a:rPr>
              <a:t>[確認できた結果]   /   [実連携またはモック]</a:t>
            </a:r>
          </a:p>
        </p:txBody>
      </p:sp>
    </p:spTree>
    <p:extLst>
      <p:ext uri="{BB962C8B-B14F-4D97-AF65-F5344CB8AC3E}">
        <p14:creationId xmlns:p14="http://schemas.microsoft.com/office/powerpoint/2010/main" val="415720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2026-09-25T18:25:06.2790000Z</dcterms:created>
  <dcterms:modified xsi:type="dcterms:W3CDTF">2026-09-25T18:25:06.2790000Z</dcterms:modified>
</coreProperties>
</file>